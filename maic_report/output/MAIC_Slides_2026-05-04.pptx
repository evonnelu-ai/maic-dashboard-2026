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914400"/>
            <a:ext cx="2286000" cy="2286000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2743200"/>
            <a:ext cx="1371600" cy="1371600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4572000"/>
            <a:ext cx="1097280" cy="1097280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3716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MAIC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918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AD4FF"/>
                </a:solidFill>
              </a:rPr>
              <a:t>行動應用創新賽 · 每週報告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📅  資料截至 2026/05/04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6692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D4FF"/>
                </a:solidFill>
              </a:rPr>
              <a:t>Straight A  ×  Apple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報名數據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01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DDEE"/>
                </a:solidFill>
              </a:rPr>
              <a:t>資料截至 2026/05/04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83464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2834640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1615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累計報名隊伍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499616"/>
            <a:ext cx="26151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248 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542032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本週新增 +26 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83464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2834640" cy="640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21615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</a:rPr>
              <a:t>目標達成率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499616"/>
            <a:ext cx="26151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31.0%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542032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248/800  /  目標 800 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283464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2834640" cy="64008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21615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C8FA"/>
                </a:solidFill>
              </a:rPr>
              <a:t>累計註冊帳號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499616"/>
            <a:ext cx="26151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235 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542032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已驗證帳號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097280"/>
            <a:ext cx="2816352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097280"/>
            <a:ext cx="2816352" cy="64008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216152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F52DE"/>
                </a:solidFill>
              </a:rPr>
              <a:t>涵蓋學校數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1499616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14 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542032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全台各地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154680"/>
            <a:ext cx="11731752" cy="347472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154680"/>
            <a:ext cx="3636843" cy="34747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61188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868B"/>
                </a:solidFill>
              </a:rPr>
              <a:t>目標進度：248 / 800 組  (31.0%)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160520"/>
            <a:ext cx="11731752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2062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1E3"/>
                </a:solidFill>
              </a:rPr>
              <a:t>🏁  賽道分佈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663440"/>
            <a:ext cx="3749039" cy="1737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663440"/>
            <a:ext cx="3749039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4782312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🎨 創意組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5065776"/>
            <a:ext cx="35295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87 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663440"/>
            <a:ext cx="3749039" cy="1737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20" y="4663440"/>
            <a:ext cx="3749039" cy="640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0248" y="4782312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</a:rPr>
              <a:t>💡 創新組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0248" y="5065776"/>
            <a:ext cx="35295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42 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4663440"/>
            <a:ext cx="3749039" cy="1737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4663440"/>
            <a:ext cx="3749039" cy="64008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7" y="4782312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</a:rPr>
              <a:t>🚀 創業組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7" y="5065776"/>
            <a:ext cx="35295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31 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📣  宣講會成效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01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DDEE"/>
                </a:solidFill>
              </a:rPr>
              <a:t>資料截至 2026/05/04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384048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3840480" cy="640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16152"/>
            <a:ext cx="3621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</a:rPr>
              <a:t>已舉辦場次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499616"/>
            <a:ext cx="36210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8 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54203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線下 6 + 線上 1 + 課程公告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84048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840480" cy="64008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16152"/>
            <a:ext cx="3621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</a:rPr>
              <a:t>宣講累計出席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499616"/>
            <a:ext cx="36210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805+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54203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含課程公告 520 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097280"/>
            <a:ext cx="3657600" cy="18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097280"/>
            <a:ext cx="3657600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1216152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1E3"/>
                </a:solidFill>
              </a:rPr>
              <a:t>最大單場人數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1499616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D1D1F"/>
                </a:solidFill>
              </a:rPr>
              <a:t>150+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254203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868B"/>
                </a:solidFill>
              </a:rPr>
              <a:t>高科大 3/18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108960"/>
            <a:ext cx="11731752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學校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類型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時間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人數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場地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547872"/>
            <a:ext cx="11731752" cy="320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3/18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高雄科技大學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14:00–14:30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燕巢校區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886200"/>
            <a:ext cx="117317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904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3/19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904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臺灣大學（工作坊）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904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904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09:30–12:30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904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904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共同教學館 103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224528"/>
            <a:ext cx="11731752" cy="320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3/20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文化大學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10:00–11:00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資訊傳播系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562856"/>
            <a:ext cx="117317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581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3/25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4581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海洋大學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581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4581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12:20–12:40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4581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581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資訊工程學系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901183"/>
            <a:ext cx="11731752" cy="320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4/1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慈濟大學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16:10–16:30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經管系自媒體課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239512"/>
            <a:ext cx="117317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4/2+9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東華大學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線上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12:30–13:30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線上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5577840"/>
            <a:ext cx="11731752" cy="320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559612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4/16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559612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東華大學資管系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559612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公告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0" y="559612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0" y="559612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520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559612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必修 R 語言課程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5916168"/>
            <a:ext cx="117317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5934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4/24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" y="5934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逢甲大學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0" y="5934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線下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26480" y="5934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15:40–17:00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5934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5934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資電 B29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📋  本週摘要 &amp;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01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DDEE"/>
                </a:solidFill>
              </a:rPr>
              <a:t>資料截至 2026/05/04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530352" cy="65836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88720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🏁  累計報名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11064240" cy="65836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61872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</a:rPr>
              <a:t>報名隊伍 248 組，本週新增 +26 隊，目標達成率 31.0%（248/800）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176272"/>
            <a:ext cx="530352" cy="65836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2176272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📣  宣講會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76272"/>
            <a:ext cx="11064240" cy="65836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4942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</a:rPr>
              <a:t>已舉辦 8 場，宣講累計出席 805+ 人，下一場：逢甲 4/30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163824"/>
            <a:ext cx="530352" cy="658368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3163824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🏫  學校覆蓋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63824"/>
            <a:ext cx="11064240" cy="65836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36976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</a:rPr>
              <a:t>已觸及 14 所學校，報名學生 235 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51376"/>
            <a:ext cx="530352" cy="658368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151376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⏭️  下一步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151376"/>
            <a:ext cx="11064240" cy="65836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24528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</a:rPr>
              <a:t>持續衝刺報名，密切追蹤企畫書上傳率，準備初審評分機制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138928"/>
            <a:ext cx="530352" cy="65836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5138928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🎯  目標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138928"/>
            <a:ext cx="11064240" cy="65836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21208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</a:rPr>
              <a:t>衝刺目標 800 組，重點關注南部學校與企管/設計科系滲透率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630936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6868B"/>
                </a:solidFill>
              </a:rPr>
              <a:t>🔗  https://evonnelu-ai.github.io/maic-dashboard-2026/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