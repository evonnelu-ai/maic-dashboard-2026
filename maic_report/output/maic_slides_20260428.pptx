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MAIC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</a:rPr>
              <a:t>每週報名數據週報 · 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AACC"/>
                </a:solidFill>
              </a:rPr>
              <a:t>Apple EDU Taiwan · Evonne 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📊 本週數據總覽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CFF"/>
                </a:solidFill>
              </a:rPr>
              <a:t>資料截至 截至 2026/04/27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965960" cy="2194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1E3"/>
                </a:solidFill>
              </a:rPr>
              <a:t>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8E93"/>
                </a:solidFill>
              </a:rPr>
              <a:t>累計報名隊伍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234440"/>
            <a:ext cx="1965960" cy="2194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32588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C759"/>
                </a:solidFill>
              </a:rPr>
              <a:t>326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8E93"/>
                </a:solidFill>
              </a:rPr>
              <a:t>學生人數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34440"/>
            <a:ext cx="1965960" cy="2194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32588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9F0A"/>
                </a:solidFill>
              </a:rPr>
              <a:t>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8E93"/>
                </a:solidFill>
              </a:rPr>
              <a:t>指導老師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1965960" cy="2194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2588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F52DE"/>
                </a:solidFill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8E93"/>
                </a:solidFill>
              </a:rPr>
              <a:t>涵蓋學校數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1234440"/>
            <a:ext cx="1965960" cy="2194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32588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3B30"/>
                </a:solidFill>
              </a:rPr>
              <a:t>27.8%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8E93"/>
                </a:solidFill>
              </a:rPr>
              <a:t>目標達成率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1430000" cy="54864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200400" cy="5486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8E93"/>
                </a:solidFill>
              </a:rPr>
              <a:t>目標進度 224/800 組（28%）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37760"/>
            <a:ext cx="3383280" cy="14630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06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🎨 創意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937760"/>
            <a:ext cx="3383280" cy="14630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806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🔬 創新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4937760"/>
            <a:ext cx="3383280" cy="14630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806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🚀 創業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🏫 各校組數排行（Top 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學校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1430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組數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1430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創意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1430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創新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1430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創業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8E93"/>
                </a:solidFill>
              </a:rPr>
              <a:t>人數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7048"/>
            <a:ext cx="896112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7276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7276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國立臺灣大學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72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121人+0師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02082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2082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逢甲大學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0208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0208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0208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0208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0208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51人+40師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23160"/>
            <a:ext cx="896112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4688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46888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國立政治大學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46888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46888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46888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46888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468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64人+40師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91693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9169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國立臺中教育大學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91693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91693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91693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91693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22人+22師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319272"/>
            <a:ext cx="896112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364991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36499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國立高雄科技大學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3364991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364991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364991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364991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336499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20人+20師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381304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38130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國立清華大學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38130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38130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38130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8130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38130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18人+14師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215384"/>
            <a:ext cx="896112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2611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26110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東海大學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4261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4261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20" y="4261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261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42611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10人+10師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4709159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09159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國立陽明交通大學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4709159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4709159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0" y="4709159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4709159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47091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8人+6師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111496"/>
            <a:ext cx="896112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15721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臺北醫學大學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3360" y="515721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92040" y="515721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0" y="515721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29400" y="515721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79" y="51572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1人+0師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56052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60527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國立臺北教育大學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0" y="56052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92040" y="56052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56052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6052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79" y="5605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</a:rPr>
              <a:t>1人+0師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📚 科系排行 &amp; 本週洞察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</a:rPr>
              <a:t>科系報名排行（Top 10）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63624"/>
            <a:ext cx="502920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教育學系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391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資訊工程學系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391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502920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780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780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室內設計進修學士班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780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169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169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外國語文學系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169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19272"/>
            <a:ext cx="502920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558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558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合作經濟暨社會事業經營學系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3558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會計學系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7947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97096"/>
            <a:ext cx="502920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336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336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中國文學系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336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72583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7258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經濟學系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672583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74920"/>
            <a:ext cx="5029200" cy="402336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1114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1114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電機工程學系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114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504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0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F"/>
                </a:solidFill>
              </a:rPr>
              <a:t>財務金融學系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5504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0A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</a:rPr>
              <a:t>💡 本週洞察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600200"/>
            <a:ext cx="5486400" cy="3200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17373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</a:rPr>
              <a:t>臺大+政大為本週增長主力；東華大學觸及 &gt;10,000 人但轉換率待追蹤，建議設 7 天驗證節點。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1E3"/>
                </a:solidFill>
              </a:rPr>
              <a:t>🔗 https://evonnelu-ai.github.io/maic-dashboard-2026/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