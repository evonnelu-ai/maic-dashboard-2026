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MAIC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CCFF"/>
                </a:solidFill>
              </a:rPr>
              <a:t>每週報名數據週報 · 2026-04-28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88AACC"/>
                </a:solidFill>
              </a:rPr>
              <a:t>Apple EDU Taiwan · Evonne Lu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📊 本週數據總覽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0116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CCFF"/>
                </a:solidFill>
              </a:rPr>
              <a:t>資料截至 截至 2026/04/27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965960" cy="219456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71E3"/>
                </a:solidFill>
              </a:rPr>
              <a:t>224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0604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E8E93"/>
                </a:solidFill>
              </a:rPr>
              <a:t>累計報名隊伍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234440"/>
            <a:ext cx="1965960" cy="219456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32588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34C759"/>
                </a:solidFill>
              </a:rPr>
              <a:t>326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0604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E8E93"/>
                </a:solidFill>
              </a:rPr>
              <a:t>學生人數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234440"/>
            <a:ext cx="1965960" cy="219456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132588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9F0A"/>
                </a:solidFill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60604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E8E93"/>
                </a:solidFill>
              </a:rPr>
              <a:t>指導老師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234440"/>
            <a:ext cx="1965960" cy="219456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32588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F52DE"/>
                </a:solidFill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60604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E8E93"/>
                </a:solidFill>
              </a:rPr>
              <a:t>涵蓋學校數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0" y="1234440"/>
            <a:ext cx="1965960" cy="219456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0" y="132588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3B30"/>
                </a:solidFill>
              </a:rPr>
              <a:t>27.8%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260604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E8E93"/>
                </a:solidFill>
              </a:rPr>
              <a:t>目標達成率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11430000" cy="548640"/>
          </a:xfrm>
          <a:prstGeom prst="rect">
            <a:avLst/>
          </a:pr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657600"/>
            <a:ext cx="3200400" cy="54864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E8E93"/>
                </a:solidFill>
              </a:rPr>
              <a:t>目標進度 224/800 組（28%）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37760"/>
            <a:ext cx="3383280" cy="146304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8064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🎨 創意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4937760"/>
            <a:ext cx="3383280" cy="146304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58064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🔬 創新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4937760"/>
            <a:ext cx="3383280" cy="146304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58064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🚀 創業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🏫 各校組數排行（Top 10）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43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8E93"/>
                </a:solidFill>
              </a:rPr>
              <a:t>#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8E93"/>
                </a:solidFill>
              </a:rPr>
              <a:t>學校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11430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8E93"/>
                </a:solidFill>
              </a:rPr>
              <a:t>組數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1430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8E93"/>
                </a:solidFill>
              </a:rPr>
              <a:t>創意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1430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8E93"/>
                </a:solidFill>
              </a:rPr>
              <a:t>創新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1430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8E93"/>
                </a:solidFill>
              </a:rPr>
              <a:t>創業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1143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E8E93"/>
                </a:solidFill>
              </a:rPr>
              <a:t>人數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27048"/>
            <a:ext cx="896112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57276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572768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國立臺灣大學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157276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57276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157276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157276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57276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121人+0師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02082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020824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逢甲大學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02082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02082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202082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02082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202082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51人+40師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423160"/>
            <a:ext cx="896112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46888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46888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國立政治大學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246888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246888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246888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46888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4688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64人+40師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91693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91693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國立臺中教育大學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291693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91693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291693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91693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29169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22人+22師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319272"/>
            <a:ext cx="896112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3364991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364991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國立高雄科技大學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3360" y="3364991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3364991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3364991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364991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3364991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20人+20師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381304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3813048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國立清華大學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81304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381304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720" y="381304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381304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381304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18人+14師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215384"/>
            <a:ext cx="896112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42611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4261104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東海大學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23360" y="42611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42611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42611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42611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79" y="426110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10人+10師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" y="4709159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09159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國立陽明交通大學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23360" y="4709159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2040" y="4709159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60720" y="4709159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29400" y="4709159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98079" y="4709159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8人+6師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111496"/>
            <a:ext cx="896112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4320" y="515721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515721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臺北醫學大學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23360" y="515721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92040" y="515721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60720" y="515721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9400" y="515721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98079" y="515721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1人+0師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4320" y="5605272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5605272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國立臺北教育大學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23360" y="560527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1E3"/>
                </a:solidFill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2040" y="560527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20" y="560527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29400" y="560527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98079" y="56052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D1D1F"/>
                </a:solidFill>
              </a:rPr>
              <a:t>1人+0師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📚 科系排行 &amp; 本週洞察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D1D1F"/>
                </a:solidFill>
              </a:rPr>
              <a:t>科系報名排行（Top 10）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63624"/>
            <a:ext cx="502920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教育學系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3911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3911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資訊工程學系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3911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41448"/>
            <a:ext cx="502920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7802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78024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室內設計進修學士班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478024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1693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169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外國語文學系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916936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19272"/>
            <a:ext cx="502920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558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5584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合作經濟暨社會事業經營學系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355848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947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79476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會計學系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794760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97096"/>
            <a:ext cx="502920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2336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3367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中國文學系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23367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672583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72583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經濟學系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672583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074920"/>
            <a:ext cx="5029200" cy="402336"/>
          </a:xfrm>
          <a:prstGeom prst="rect">
            <a:avLst/>
          </a:prstGeom>
          <a:solidFill>
            <a:srgbClr val="F9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11149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11149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電機工程學系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111496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5504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0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D1D1F"/>
                </a:solidFill>
              </a:rPr>
              <a:t>財務金融學系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550408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0A"/>
                </a:solidFill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D1D1F"/>
                </a:solidFill>
              </a:rPr>
              <a:t>💡 本週洞察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1600200"/>
            <a:ext cx="5486400" cy="32004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173736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D1D1F"/>
                </a:solidFill>
              </a:rPr>
              <a:t>臺大+政大為本週增長主力；東華大學觸及 &gt;10,000 人但轉換率待追蹤，建議設 7 天驗證節點。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20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71E3"/>
                </a:solidFill>
              </a:rPr>
              <a:t>🔗 https://evonnelu-ai.github.io/maic-dashboard-2026/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